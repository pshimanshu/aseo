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64592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ASEO: Single-Trial ERP Estimation</a:t>
            </a:r>
          </a:p>
          <a:p>
            <a:pPr algn="ctr"/>
            <a:r>
              <a:rPr sz="2200">
                <a:solidFill>
                  <a:srgbClr val="FA4616"/>
                </a:solidFill>
              </a:rPr>
              <a:t>Monkey LFP Analysis — LU Dataset, 16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218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</a:rPr>
              <a:t>Himanshu PS  |  Dept. of Biomedical Engineering, University of Florida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704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9999"/>
                </a:solidFill>
              </a:rPr>
              <a:t>Xu et al., IEEE Trans. Biomed. Eng., Vol. 56, No. 1, 2009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54864"/>
            <a:ext cx="117957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Why Single-Trial ERP Analysis?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42415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▸  Traditional averaged ERP (AERP) smears trial-to-trial variability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99616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Latency jitter of ±10–100 ms broadens and attenuates the averaged waveform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01952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Brain responses genuinely vary across trials — averaging discards this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304288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▸  Single-trial ERPs enable direct neural-behavioural correlation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61488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Example: Liu et al. 2012 (J. Neurosci.) correlated single-trial LPP with fMRI BOLD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63824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Example: latency of motor ERP component tracks reaction time (this dataset)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566160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▸  ASEO simultaneously estimates three quantities per trial: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(1) ERP component waveform shapes  (2) per-trial amplitudes  (3) per-trial latency shifts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425696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▸  Residual after ERP removal = AR-modelled ongoing activity (LFP oscillations)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54864"/>
            <a:ext cx="117957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VSPOA Signal Model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Variable Signal Plus Ongoing Activity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42415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▸  Each trial r is modelled as signal + ongoing noise: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99616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x_r(t)  =  Σ_n  β_rn · s_n(t − τ_rn)  +  z_r(t)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901952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▸  Components: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59152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s_n(t)   — nth ERP component waveform  [shared across trials]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61488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β_rn     — single-trial amplitude scale for component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63824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τ_rn     — single-trial latency shift for component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z_r(t)   — ongoing LFP activity  [modelled as an AR(p) process]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968496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▸  Key insight: the AR noise model is estimated per-iteration and used 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25696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weight the least-squares ERP estimation in the frequency 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28032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→ whitening the coloured LFP noise improves ERP recovery at low SNR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54864"/>
            <a:ext cx="117957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Two-Step Iterative Algorithm: F-step / T-step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Algorithm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42415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▸  Initialise: waveforms from AERP segments, β=1, τ=0, noise PSD = white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99616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▸  F-step (Frequency Domain) — update ERP parameters: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56815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Step 1 — ERP waveforms via noise-weighted least-squares  (Eq. 12)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59151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Step 2 — Per-trial latency shifts via IFFT peak search  (Eq. 15)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61487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Step 3 — Per-trial amplitude scaling via LS  (Eq. 22)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163823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▸  T-step (Time Domain) — update ongoing activity model: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21023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Step 1 — Residuals:  z_r(t) = x_r(t) − Σ β_rn · s_n(t − τ_rn)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59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Step 2 — Fit AR(p) with Levinson-Durbin; select order p by BIC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25696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Step 3 — Compute noise PSD for next F-step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828032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▸  Converge when  ‖ΔS‖² / ‖S‖² &lt; 10⁻³  or maxIterNum = 5 reached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54864"/>
            <a:ext cx="117957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Dataset &amp; Experimental Setup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LU Monkey Motor Cortex LFP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42415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▸  Subject: Monkey LU — premotor/motor cortex LFP recordings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99616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▸  Task: Go/No-Go paradigm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56815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Go condition:   monkey executes arm movement  (reaction time available)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59151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Nogo condition: monkey withholds movement  (no reaction time)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761487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▸  Recording: 16 channels, 200 Hz, epoch −100 ms to ~400 ms post-stimulus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218687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▸  ERP components: 1–2 per channel based on AERP inspection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75887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LU monkey: most channels have 2 components (early + late motor ERP)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078224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▸  Trial rejection thresholds: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35424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Max amplitude &gt; 5× mean, min &lt; 0.2× mean, correlation &lt; 0.6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37760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Acceptance rates range from 4% (Ch 16) to 100% (Ch 15)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54864"/>
            <a:ext cx="117957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Code Improvements: Bug Fixes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Fixes to Original Codebase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42415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▸  Bug 1 — Numerically unstable matrix inversion  (function_ASEO.m)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99616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Direct inv() fails on ill-conditioned matrices → NaN propagation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01952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Fix: replaced inv() with pseudoinverse pinv() for robust inversion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304288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▸  Bug 2 — Incorrect variance baseline for Nogo condition  (Main_ASEO.m)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61488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var_ori was computed over all trials; var_red over accepted trials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63824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Fix: both now use accepted-trial subset → like-for-like variance ratio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566160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▸  Bug 3 — Plot crash when no trials were accepted  (Main_ASEO.m)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mean/plot of empty acceptIndex array caused MATLAB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25696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Fix: added empty-acceptIndex guard before all ERP plot calls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54864"/>
            <a:ext cx="117957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New Contributions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Extensions Beyond Original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42415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▸  1.  Quantitative summary CSV  (src/saveRunSummary.m)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99616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Per channel × condition: accept rate, latency/amplitude μ±σ,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01952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RT correlation, variance reduction ratio, AR order, PSD peak frequency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304288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▸  2.  Synthetic validation  (scripts/Run_ASEO_Synthetic.m)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61488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Ground-truth known: at SNR = 10 dB, latency RMSE = 7.5–8.4 ms &lt; 10 ms input 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63824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Amplitude correlation r ≈ 0.98;  RMSE-vs-SNR curves reproduce paper Fig.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Reliable recovery confirmed above SNR ~5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968496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▸  3.  Figure 12 overlay  (scripts/Plot_Figure12.m)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25696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ASEO components overlaid on AERP on normalised [−1, +1] axes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28032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Shows latency-jitter correction sharpens waveform peaks vs. AERP smearing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5230368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▸  4.  Single-trial ERP figures  (reports/generate_report.py  ←  this report)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87568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4-panel per-channel decomposition: Raw | Signal | Noise | AERP comparison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54864"/>
            <a:ext cx="117957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Single-Trial ERP — Channel 5  (Go)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Raw Data | Signal | Ongoing Noise | AERP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05_Go_4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60120"/>
            <a:ext cx="1188720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5916168"/>
            <a:ext cx="11795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Ch 5 Go — 83.9% accepted · RT–latency r = 0.82, p &lt; 0.001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54864"/>
            <a:ext cx="117957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Single-Trial ERP — Channel 8  (Go)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Raw Data | Signal | Ongoing Noise | AERP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08_Go_4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60120"/>
            <a:ext cx="1188720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5916168"/>
            <a:ext cx="11795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Ch 8 Go — 95.4% accepted (highest) · RT–latency r = 0.645, p &lt; 0.001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54864"/>
            <a:ext cx="117957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Single-Trial ERP — Channel 3  (Go)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Raw Data | Signal | Ongoing Noise | AERP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03_Go_4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60120"/>
            <a:ext cx="1188720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5916168"/>
            <a:ext cx="11795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Ch 3 Go — 66.7% accepted · clean two-component motor ERP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54864"/>
            <a:ext cx="117957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Single-Trial ERP — Channel 5  (Nogo)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Raw Data | Signal | Ongoing Noise | AERP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05_Nogo_4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60120"/>
            <a:ext cx="1188720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5916168"/>
            <a:ext cx="11795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Ch 5 Nogo — 84.4% accepted · withhold-movement condition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54864"/>
            <a:ext cx="117957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Single-Trial ERP — Channel 8  (Nogo)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Raw Data | Signal | Ongoing Noise | AERP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08_Nogo_4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60120"/>
            <a:ext cx="1188720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5916168"/>
            <a:ext cx="11795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Ch 8 Nogo — 81.5% accepted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54864"/>
            <a:ext cx="117957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Single-Trial ERP — Channel 3  (Nogo)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Raw Data | Signal | Ongoing Noise | AERP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03_Nogo_4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60120"/>
            <a:ext cx="1188720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5916168"/>
            <a:ext cx="11795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Ch 3 Nogo — 81.9% accepted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54864"/>
            <a:ext cx="117957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Latency–Reaction Time Correlation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Neural Correlate of Reaction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42415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▸  ASEO single-trial latency shifts correlate with behavioural reaction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99616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Earlier neural latency → faster motor execution → shorter 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901952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▸  Top channels (Go condition, Component 2):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59152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Channel 5:   r = 0.820,  p &lt; 0.001  ← strongest coupling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61488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Channel 8:   r = 0.645,  p &lt; 0.001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63824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Channel 6:   r = 0.631,  p &lt; 0.001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Channel 7:   r = 0.406,  p &lt; 0.001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68496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Channel 9:   r = 0.450,  p &lt; 0.001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370832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▸  Interpretation: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28032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The late (~300–400 ms) ERP component reflects motor preparation/execution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30368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Consistent with paper's Fig. 11 (latency-RT coupling in premotor cortex)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32704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Nogo condition: no RT recorded — correlation not applicable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54864"/>
            <a:ext cx="117957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Variance Reduction: AERP vs ASEO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How much residual variance does ASEO remove beyond simple averaging?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042415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</a:rPr>
              <a:t>▸  Ratio = Var(ASEO residual) / Var(AERP residual)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48132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</a:rPr>
              <a:t>▸  Lower ratio = more variance explained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9202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</a:rPr>
              <a:t>▸  Go condition highlights: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2359151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444444"/>
                </a:solidFill>
              </a:rPr>
              <a:t>    •  Ch 14: 0.795 — best separation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74319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444444"/>
                </a:solidFill>
              </a:rPr>
              <a:t>    •  Ch 1,6: 0.732–0.731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3127247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444444"/>
                </a:solidFill>
              </a:rPr>
              <a:t>    •  Ch 9:  0.725,  Ch 7: 0.713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3511295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444444"/>
                </a:solidFill>
              </a:rPr>
              <a:t>    •  Ch 8:  0.679,  Ch 4: 0.701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895344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</a:rPr>
              <a:t>▸  Most channels: 40%–80% reduction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433425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</a:rPr>
              <a:t>▸  Channels with strong 5–10 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477316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</a:rPr>
              <a:t>▸  oscillations need AR order 14–20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5212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444444"/>
                </a:solidFill>
              </a:rPr>
              <a:t>    •  (BIC selects per channel)</a:t>
            </a:r>
          </a:p>
        </p:txBody>
      </p:sp>
      <p:pic>
        <p:nvPicPr>
          <p:cNvPr id="16" name="Picture 15" descr="variance_re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05840"/>
            <a:ext cx="6309360" cy="53035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69280" y="6400800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Go (blue) and Nogo (orange) variance reduction ratios across all 16 channels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54864"/>
            <a:ext cx="117957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All 16 Channels — AERP &amp; ASEO AERP: Go vs Nogo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Spatial overview: ERP shape, Go/Nogo contrast, ASEO correction across the array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ultichannel_aerp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60120"/>
            <a:ext cx="118872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007607"/>
            <a:ext cx="11795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Each panel: Go AERP (blue solid), Go ASEO AERP (blue dashed), Nogo AERP (red solid), Nogo ASEO AERP (red dashed).  Y-axis auto-scaled per channel.  Accept % shown in title.  Ch 7 = somm, Ch 8 = somv.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54864"/>
            <a:ext cx="117957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Synthetic Validation — RMSE vs SNR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Paper Fig. 5 Reproduction — Known Ground Truth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ynth_RMSE_vs_SN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60120"/>
            <a:ext cx="1188720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5916168"/>
            <a:ext cx="11795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4444"/>
                </a:solidFill>
              </a:rPr>
              <a:t>220 trials, 2 components, σ_latency = 10 ms, σ_amplitude ~ 0.60.  Latency RMSE drops below input jitter (10 ms) above 5 dB.  High-SNR asymptote ~2–3 ms from 1 ms search grid + 5 ms sampling period.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54864"/>
            <a:ext cx="117957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Summary &amp; Next Steps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ASEO Implementation Complete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42415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▸  Successfully implemented ASEO on Monkey LU LFP data, 16 channels, Go &amp; Nogo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99616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▸  Key findings: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56815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Single-trial ERPs cleanly separate neural signal from ongoing LFP oscillations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59151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Latency shifts track reaction time (r = 0.82, p &lt; 0.001, Ch 5 Comp 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61487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ASEO reduces residual variance 40–80% vs. AERP subtraction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63823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Synthetic validation: reliable recovery above SNR ≈ 5 dB (matching paper Fig. 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566159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▸  Technical work completed: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59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3 bugs fixed in original code (matrix inversion, variance baseline, empty-index crash)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25696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4 new modules: summary CSV, synthetic test, Fig 12 overlay, this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828032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▸  Next steps: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85232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Multi-monkey batch analysis (TIO, GE datasets)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87568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Human EEG pipeline (Run_ASEO.m with EEGLAB, LPP paradigm)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89904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444"/>
                </a:solidFill>
              </a:rPr>
              <a:t>     •  Coherence analysis using multi-channel single-trial estimates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